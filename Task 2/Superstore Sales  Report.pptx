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99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3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75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72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8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62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9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3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38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61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858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50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2408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763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834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26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A2C7F-9886-4516-876B-AB0A2D635283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160D433-2FAF-4C13-9468-2FE94FF52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605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  <p:sldLayoutId id="2147483931" r:id="rId12"/>
    <p:sldLayoutId id="2147483932" r:id="rId13"/>
    <p:sldLayoutId id="2147483933" r:id="rId14"/>
    <p:sldLayoutId id="2147483934" r:id="rId15"/>
    <p:sldLayoutId id="21474839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5B9A-3DE9-B06C-009D-EAD2F41DE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251" y="811400"/>
            <a:ext cx="8791575" cy="1053366"/>
          </a:xfrm>
        </p:spPr>
        <p:txBody>
          <a:bodyPr>
            <a:normAutofit/>
          </a:bodyPr>
          <a:lstStyle/>
          <a:p>
            <a:pPr algn="l"/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Superstore Sales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9DAC5-0728-DC9A-2D50-89B3E083D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250" y="1864766"/>
            <a:ext cx="8791575" cy="105336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80"/>
              </a:spcAft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Prepared By Avinash Padghan </a:t>
            </a:r>
          </a:p>
          <a:p>
            <a:pPr algn="l">
              <a:lnSpc>
                <a:spcPct val="100000"/>
              </a:lnSpc>
              <a:spcAft>
                <a:spcPts val="80"/>
              </a:spcAft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Data Analyst Intern at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TechnoSignia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6918-DF72-31FC-2522-ED063D27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12293-9734-CC55-FB19-822C673C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978"/>
            <a:ext cx="10515600" cy="4351338"/>
          </a:xfrm>
        </p:spPr>
        <p:txBody>
          <a:bodyPr/>
          <a:lstStyle/>
          <a:p>
            <a:r>
              <a:rPr lang="en-IN" dirty="0"/>
              <a:t>✔ </a:t>
            </a:r>
            <a:r>
              <a:rPr lang="en-IN" dirty="0" err="1"/>
              <a:t>Analyze</a:t>
            </a:r>
            <a:r>
              <a:rPr lang="en-IN" dirty="0"/>
              <a:t> Sales</a:t>
            </a:r>
          </a:p>
          <a:p>
            <a:r>
              <a:rPr lang="en-IN" dirty="0"/>
              <a:t>✔ Clean Data</a:t>
            </a:r>
          </a:p>
          <a:p>
            <a:r>
              <a:rPr lang="en-IN" dirty="0"/>
              <a:t>✔ Perform EDA</a:t>
            </a:r>
          </a:p>
          <a:p>
            <a:r>
              <a:rPr lang="en-IN" dirty="0"/>
              <a:t>✔ Build Dashboard</a:t>
            </a:r>
          </a:p>
          <a:p>
            <a:r>
              <a:rPr lang="en-IN" dirty="0"/>
              <a:t>✔ Business Insights</a:t>
            </a: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988073BE-5486-F583-F4E4-71380D50D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650241"/>
            <a:ext cx="3382370" cy="35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643F-8524-D1C6-C34B-2399466A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542A2-CC8D-5F13-0609-182C521CB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 Source</a:t>
            </a:r>
          </a:p>
          <a:p>
            <a:r>
              <a:rPr lang="en-IN" dirty="0"/>
              <a:t>Kaggle Dataset </a:t>
            </a:r>
          </a:p>
          <a:p>
            <a:r>
              <a:rPr lang="en-IN" dirty="0"/>
              <a:t>Name Sample Superstore </a:t>
            </a:r>
          </a:p>
          <a:p>
            <a:r>
              <a:rPr lang="en-IN" dirty="0"/>
              <a:t>Rows 10210 Columns 21</a:t>
            </a:r>
          </a:p>
        </p:txBody>
      </p:sp>
    </p:spTree>
    <p:extLst>
      <p:ext uri="{BB962C8B-B14F-4D97-AF65-F5344CB8AC3E}">
        <p14:creationId xmlns:p14="http://schemas.microsoft.com/office/powerpoint/2010/main" val="1060871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74C1-D959-24D5-88F0-F01D43E8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C637-ECA4-AF35-0EBD-E5066F71C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Missing Values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Duplicates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Data 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Types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Ready Dataset</a:t>
            </a: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5DD2016A-6274-7740-57D7-00055EE40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925" y="1422210"/>
            <a:ext cx="3464257" cy="401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5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A183-417C-75E7-B47C-EAF119BF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(Exploratory Data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65397-81B1-3CF4-FF1E-ED04A88AB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✔ Sales Analysis</a:t>
            </a:r>
          </a:p>
          <a:p>
            <a:pPr marL="0" indent="0">
              <a:buNone/>
            </a:pPr>
            <a:r>
              <a:rPr lang="en-IN" dirty="0"/>
              <a:t>✔ Profit Analysis</a:t>
            </a:r>
          </a:p>
          <a:p>
            <a:pPr marL="0" indent="0">
              <a:buNone/>
            </a:pPr>
            <a:r>
              <a:rPr lang="en-IN" dirty="0"/>
              <a:t>✔ Region Analysis</a:t>
            </a:r>
          </a:p>
          <a:p>
            <a:pPr marL="0" indent="0">
              <a:buNone/>
            </a:pPr>
            <a:r>
              <a:rPr lang="en-IN" dirty="0"/>
              <a:t>✔ Category Analysis</a:t>
            </a:r>
          </a:p>
          <a:p>
            <a:pPr marL="0" indent="0">
              <a:buNone/>
            </a:pPr>
            <a:r>
              <a:rPr lang="en-IN" dirty="0"/>
              <a:t>✔ Monthly Trend</a:t>
            </a:r>
          </a:p>
        </p:txBody>
      </p:sp>
    </p:spTree>
    <p:extLst>
      <p:ext uri="{BB962C8B-B14F-4D97-AF65-F5344CB8AC3E}">
        <p14:creationId xmlns:p14="http://schemas.microsoft.com/office/powerpoint/2010/main" val="93936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44D0-D2FA-84C6-3CED-5942ED98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0CD56-6B63-E30D-D94E-8CEDC77C0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6789"/>
            <a:ext cx="11106150" cy="52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2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1E33-12BC-CC16-D7F9-5F30A477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C028-E9ED-2A78-988C-B92F1CBDA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has highest Sales</a:t>
            </a:r>
          </a:p>
          <a:p>
            <a:r>
              <a:rPr lang="en-US" dirty="0"/>
              <a:t>West Region performs best</a:t>
            </a:r>
          </a:p>
          <a:p>
            <a:r>
              <a:rPr lang="en-US" dirty="0"/>
              <a:t>Sales peak in October-November</a:t>
            </a:r>
          </a:p>
          <a:p>
            <a:r>
              <a:rPr lang="en-US" dirty="0"/>
              <a:t>Top Products generate high revenue</a:t>
            </a:r>
          </a:p>
          <a:p>
            <a:r>
              <a:rPr lang="en-US" dirty="0"/>
              <a:t>Furniture profit is lower </a:t>
            </a:r>
            <a:endParaRPr lang="en-IN" dirty="0"/>
          </a:p>
        </p:txBody>
      </p:sp>
      <p:pic>
        <p:nvPicPr>
          <p:cNvPr id="5" name="Graphic 4" descr="Lightbulb and gear with solid fill">
            <a:extLst>
              <a:ext uri="{FF2B5EF4-FFF2-40B4-BE49-F238E27FC236}">
                <a16:creationId xmlns:a16="http://schemas.microsoft.com/office/drawing/2014/main" id="{AF85FA6F-6AB7-828C-3527-07A40D461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8290" y="1392072"/>
            <a:ext cx="3613245" cy="361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8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6FE9D-69D9-9B49-B12A-5B295A6E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04DE-2643-122F-E1B5-97413013B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Python 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Pandas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NumPy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Matplotlib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Power BI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47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B510-9EE3-3F59-CF60-187C69AF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3836-217F-84F4-D72D-26B103CC1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Technology inventory</a:t>
            </a:r>
          </a:p>
          <a:p>
            <a:r>
              <a:rPr lang="en-US" dirty="0"/>
              <a:t>Reduce unnecessary discounts</a:t>
            </a:r>
          </a:p>
          <a:p>
            <a:r>
              <a:rPr lang="en-US" dirty="0"/>
              <a:t>Improve low-performing regions</a:t>
            </a:r>
          </a:p>
          <a:p>
            <a:r>
              <a:rPr lang="en-US" dirty="0"/>
              <a:t>Promote Top Products</a:t>
            </a:r>
          </a:p>
          <a:p>
            <a:r>
              <a:rPr lang="en-US" dirty="0"/>
              <a:t>Use Dashboard for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68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0A86-5FF0-106B-58C7-621155BD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0A4F-2148-04C4-F4EF-91AFE48FF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helped me understand the complete data analysis workflow, starting from data cleaning to dashboard creation.</a:t>
            </a:r>
          </a:p>
          <a:p>
            <a:r>
              <a:rPr lang="en-US" dirty="0"/>
              <a:t>Using Python and Power BI, I analyzed the sales data, identified business trends, and created an interactive dashboard.</a:t>
            </a:r>
          </a:p>
          <a:p>
            <a:r>
              <a:rPr lang="en-US" dirty="0"/>
              <a:t>The dashboard provides useful insights that can help businesses make better decisions based on sales and profit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7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E691-9601-04A1-C0C0-1C0E03D3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597" y="2766218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28407385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195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Segoe UI</vt:lpstr>
      <vt:lpstr>Trebuchet MS</vt:lpstr>
      <vt:lpstr>Wingdings 3</vt:lpstr>
      <vt:lpstr>Facet</vt:lpstr>
      <vt:lpstr>Superstore Sales Dashboard</vt:lpstr>
      <vt:lpstr>Project Overview</vt:lpstr>
      <vt:lpstr>Dataset Information</vt:lpstr>
      <vt:lpstr>Data Cleaning</vt:lpstr>
      <vt:lpstr>EDA (Exploratory Data Analysis)</vt:lpstr>
      <vt:lpstr>Power BI Dashboard</vt:lpstr>
      <vt:lpstr>Business Insights</vt:lpstr>
      <vt:lpstr>Technology Used</vt:lpstr>
      <vt:lpstr>Recommendations</vt:lpstr>
      <vt:lpstr>Conclusion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 Padghan</dc:creator>
  <cp:lastModifiedBy>Avinash Padghan</cp:lastModifiedBy>
  <cp:revision>1</cp:revision>
  <dcterms:created xsi:type="dcterms:W3CDTF">2026-07-02T07:49:15Z</dcterms:created>
  <dcterms:modified xsi:type="dcterms:W3CDTF">2026-07-02T09:08:34Z</dcterms:modified>
</cp:coreProperties>
</file>